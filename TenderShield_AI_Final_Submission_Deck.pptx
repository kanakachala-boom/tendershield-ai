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TenderShield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Automated Evaluation &amp; Fraud Detection System</a:t>
            </a:r>
          </a:p>
          <a:p>
            <a:r>
              <a:t>CRPF PROCUREMENT MISSION CONTROL</a:t>
            </a:r>
          </a:p>
        </p:txBody>
      </p:sp>
      <p:pic>
        <p:nvPicPr>
          <p:cNvPr id="4" name="Picture 3" descr="tendershield_title_bg_1778074469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Inefficient Manual Audits: Reviewing 100+ pages per tender is prone to human error.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The 'Black Box' Barrier: Traditional AI lacks the transparency required for government use.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Systemic Fraud: Cartels and shell companies bypass static manual filters.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Compliance Risk: Missing a single mandatory document can lead to legal litigation.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TenderShield: Mission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End-to-End Automation: From PDF upload to L1 Ranking.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Neural Rule Extraction: LLM-powered parsing of mandatory legal &amp; financial rules.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Explainable AI: Every decision is backed by a verifiable 'Drill-Down' matrix.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Persistence &amp; Integrity: Locally persisted database with safe archival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Secure Officer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Credential Protected: Access restricted to authorized CRPF procurement officers.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Session Persistence: Maintaining state across browser refreshes for seamless demos.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Enterprise Dashboard: High-fidelity, reactive UI built for speed and security.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System Transparency: Glowing status badges indicating neural engine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Neural Rule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Intelligent PDF Parsing: Automatically extracting thresholds from Notice Inviting Tenders (NIT).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Semantic Clause Analysis: AI identifies 'Mandatory' vs. 'Optional' legal rules.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Verifiable Sources: AI captures the exact clause text for officer verification.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Category Logic: Rules are automatically mapped to Financial, Technical, and Legal buckets.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AI-Assisted Bidder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LLM Auto-Fill: Upload bidder documents to automatically populate company profiles.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Data Extraction: Automatically identifies Turnover, Experience, and Legal IDs.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Manual Override: Officers can refine AI-extracted bidder values in real-time.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Compliance Checkboxes: Integrated legal document verification (PAN, GST, License).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Explainable Evaluation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Zero Silent Rejections: Full transparency into every Pass/Fail decision.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The Matrix View: Granular breakdown of Required vs. Actual bidder parameters.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Drill-Down Logic: Click any bidder to see exactly which rules they failed.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Officer Control: AI assists, but the officer always has the final oversight.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Threat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Anomaly Detection: Real-time identification of predatory bidding and cartels.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Dynamic Confidence: AI-calculated probability scores for every security flag.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Severity Tiering: Instant flagging of 🛑 High Risk vs ⚠️ Suspicious bidders.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Evidence Log: Detailed descriptions of detected inconsistencies in bidder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Vigilance: Cartel &amp; Collusion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Network Analysis: Automatic detection of shared Directors across competing bids.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IP Identification: Flagging multiple submissions originating from the same subnet.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Compliance Mapping: Identifying legal non-compliance and missing credentials.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Blacklist Linkage: Cross-referencing bidders against debarment databases.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L1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Dynamic Scoring: Composite weighted scores based on technical and financial strength.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Bonus Multipliers: Scoring bidders who exceed mandatory tender requirements.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Real-Time Charts: Visual bar charts highlighting the 'Strategic L1 Winner' in Gold.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Risk Penalization: Automatically adjusting rankings based on fraud risk levels.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Persistent Audit &amp; Archives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Audit Transparency: Historical logging of every evaluation performed.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Project Archives: Safe, persistent storage of past tender outcomes.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Cascading Deletion: Secure right-click 'Delete' to scrub records from the database.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Stateful Recovery: Database-driven state ensures zero data loss during demos.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rshield_dark_internal_bg_v2_1778074752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Mission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TenderShield AI: Protecting the Integrity of Procurement.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Efficiency: 10x faster screening of mandatory bidder eligibility.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Trust: 100% auditability through Explainable AI matrices.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▶  Ready for Submission: A fully functional prototype for CRPF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